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65" r:id="rId16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구성요소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완전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49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프로토콜·SDK·클라이언트·서버·허브 — 제조국·제조사·연도·공개 여부 포함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2834640"/>
            <a:ext cx="1627632" cy="804672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834640"/>
            <a:ext cx="1627632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9077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97M+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" y="32735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SDK 다운로드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2834640"/>
            <a:ext cx="1627632" cy="804672"/>
          </a:xfrm>
          <a:prstGeom prst="rect">
            <a:avLst/>
          </a:prstGeom>
          <a:solidFill>
            <a:srgbClr val="0F2922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2834640"/>
            <a:ext cx="162763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29077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1만개+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66544" y="32735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MCP 서버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0752" y="2834640"/>
            <a:ext cx="1627632" cy="804672"/>
          </a:xfrm>
          <a:prstGeom prst="rect">
            <a:avLst/>
          </a:prstGeom>
          <a:solidFill>
            <a:srgbClr val="1E1840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2834640"/>
            <a:ext cx="162763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9077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300개+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03904" y="32735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클라이언트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8112" y="2834640"/>
            <a:ext cx="1627632" cy="804672"/>
          </a:xfrm>
          <a:prstGeom prst="rect">
            <a:avLst/>
          </a:prstGeom>
          <a:solidFill>
            <a:srgbClr val="2D1B0E"/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2834640"/>
            <a:ext cx="1627632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9077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2024.11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41264" y="32735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최초 발표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05472" y="2834640"/>
            <a:ext cx="1627632" cy="804672"/>
          </a:xfrm>
          <a:prstGeom prst="rect">
            <a:avLst/>
          </a:prstGeom>
          <a:solidFill>
            <a:srgbClr val="0B1F36"/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2834640"/>
            <a:ext cx="16276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29077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2025.12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78624" y="32735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기증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767328"/>
            <a:ext cx="8641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856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USB-C for AI  —  한 번 만든 도구 서버를 Claude·GPT·Gemini·Cursor 등 모든 클라이언트가 공통으로 사용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5대 구성요소 — 전체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→ SDK로 개발 → 클라이언트가 서버 호출 → 허브에서 발견·관리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41080" cy="74980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22960"/>
            <a:ext cx="86410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14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8165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프로토콜·사양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1207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기반 표준 규격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389888"/>
            <a:ext cx="847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 · OAuth 2.1 · Streamable HTTP · MCP Registry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664208"/>
            <a:ext cx="8641080" cy="749808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664208"/>
            <a:ext cx="864108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75564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755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1755648"/>
            <a:ext cx="8165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0482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서버·클라이언트 직접 개발 도구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231136"/>
            <a:ext cx="847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TypeScript · Java · Kotlin · C# · Go · Swift · Rust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505456"/>
            <a:ext cx="8641080" cy="749808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505456"/>
            <a:ext cx="864108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59689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5968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2596896"/>
            <a:ext cx="8165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클라이언트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2889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서버에 연결하는 AI 앱·IDE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3072384"/>
            <a:ext cx="847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· Cursor · VS Code · Windsurf · ChatGPT · Gemini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438144"/>
            <a:ext cx="4178808" cy="1444752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438144"/>
            <a:ext cx="4178808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5295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5295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35295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서버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387705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도구·데이터를 AI에 연결해주는 서버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4187952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· GitHub · Google Drive · PostgreSQL · Stripe · Slack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438144"/>
            <a:ext cx="4178808" cy="1444752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438144"/>
            <a:ext cx="4178808" cy="548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5295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295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0056" y="35295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허브·레지스트리·보안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387705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발견·배포·인증 관리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4187952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Smithery · mcp.so · Cloudflare · WorkOS Auth · LangChain MCP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프로토콜·사양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MCP의 기반이 되는 표준 규격 — JSON-RPC 2.0 기반, LSP(Language Server Protocol)에서 영감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21408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1129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13632" y="804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7408" y="8046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14416" y="804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92824" y="804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8641080" cy="562356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97280"/>
            <a:ext cx="36576" cy="5623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33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사양 (Specification)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" y="14081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39696" y="1133856"/>
            <a:ext cx="13258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→ AAIF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9584" y="1133856"/>
            <a:ext cx="3474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1133856"/>
            <a:ext cx="4389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25696" y="1280160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5F0FF"/>
          </a:solidFill>
          <a:ln w="12700">
            <a:solidFill>
              <a:srgbClr val="5B21B6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2801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사양 문서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632704" y="128016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32704" y="128016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11112" y="1133856"/>
            <a:ext cx="22311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기반 표준 · LSP에서 영감 · Linux Foundation 기증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677924"/>
            <a:ext cx="8641080" cy="5623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1714500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 — stdio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39696" y="1714500"/>
            <a:ext cx="13258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9584" y="1714500"/>
            <a:ext cx="3474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1714500"/>
            <a:ext cx="4389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25696" y="1860804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5696" y="186080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632704" y="186080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18608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611112" y="1714500"/>
            <a:ext cx="22311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실행 방식 · 표준 입출력 통신 · 가장 기본 전송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2258568"/>
            <a:ext cx="8641080" cy="5623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2295144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 — Streamable HTTP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39696" y="2295144"/>
            <a:ext cx="13258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Anthropic+커뮤니티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29584" y="2295144"/>
            <a:ext cx="3474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0" y="2295144"/>
            <a:ext cx="4389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425696" y="2441448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244144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632704" y="244144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24414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611112" y="2295144"/>
            <a:ext cx="22311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서버 지원 · SSE 대체 · 스펙 v2에서 도입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2839212"/>
            <a:ext cx="8641080" cy="5623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2875788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인증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01752" y="31501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9200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39696" y="2875788"/>
            <a:ext cx="13258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+ Anthropic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29584" y="2875788"/>
            <a:ext cx="3474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31920" y="2875788"/>
            <a:ext cx="4389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2025.06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25696" y="3022092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25696" y="302209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표준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632704" y="302209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32704" y="302209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611112" y="2875788"/>
            <a:ext cx="22311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MCP 서버 인증 표준 · RFC 8707 토큰 검증 · 엔터프라이즈 필수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3419856"/>
            <a:ext cx="8641080" cy="5623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3456432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(공식)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01752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registry.modelcontextprotocol.io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139696" y="3456432"/>
            <a:ext cx="13258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AAIF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584" y="3456432"/>
            <a:ext cx="3474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931920" y="3456432"/>
            <a:ext cx="4389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2025.09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25696" y="3602736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25696" y="360273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632704" y="360273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32704" y="360273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611112" y="3456432"/>
            <a:ext cx="22311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서버 인덱스 · 2025.09 론칭 후 2,000개 → 현재 1만+서버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6032" y="4000500"/>
            <a:ext cx="8641080" cy="5623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1752" y="4037076"/>
            <a:ext cx="1783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Apps (SEP-1865)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01752" y="43113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공식 확장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139696" y="4037076"/>
            <a:ext cx="13258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AAIF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529584" y="4037076"/>
            <a:ext cx="3474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3931920" y="4037076"/>
            <a:ext cx="4389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425696" y="4183380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5F0FF"/>
          </a:solidFill>
          <a:ln w="12700">
            <a:solidFill>
              <a:srgbClr val="5B21B6">
                <a:alpha val="6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25696" y="41833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사양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632704" y="418338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32704" y="418338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611112" y="4037076"/>
            <a:ext cx="22311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MCP에서 React UI 전달 표준 · Claude.ai 위젯 기반 · 첫 공식 확장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거버넌스: Anthropic·OpenAI·Google·Microsoft·AWS·Block·Cloudflare·GitHub·Bloomberg → AAIF 공동 설립 (Linux Foundation 산하, 2025.12)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SDK — 개발 도구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서버·클라이언트를 직접 개발할 때 사용하는 공식·커뮤니티 라이브러리 — 총 97M+ 월간 다운로드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75688" y="804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1129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13632" y="804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7408" y="804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30368" y="804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08776" y="8046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86410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97280"/>
            <a:ext cx="36576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15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" y="13533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· 22k GitHub ★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93976" y="1133856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9584" y="1133856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1133856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25696" y="1207008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2070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248656" y="120700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2070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27064" y="1133856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많이 사용 · async 지원 · FastAPI 스타일 데코레이터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527048"/>
            <a:ext cx="86410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1527048"/>
            <a:ext cx="36576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SDK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1752" y="17830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· Node/Bun/Deno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93976" y="1563624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29584" y="1563624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1563624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25696" y="1636776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1636776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48656" y="163677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163677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27064" y="1563624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스키마 검증 · Express/Hono 미들웨어 · 런타임 무관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1956816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19751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(Spring AI)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1752" y="22128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Java SDK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093976" y="1993392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(Spring)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29584" y="1993392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31920" y="1993392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25696" y="2066544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206654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248656" y="206654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48656" y="206654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27064" y="1993392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자동설정 · Spring Initializr · 엔터프라이즈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2386584"/>
            <a:ext cx="8641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2404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SDK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01752" y="26426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Kotlin SDK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093976" y="2423160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+ 커뮤니티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529584" y="242316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🇨🇿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931920" y="2423160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25696" y="2496312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25696" y="24963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248656" y="249631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48656" y="249631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27064" y="2423160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Ktor 기반 · Coroutine 네이티브 · Android·서버 지원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2816352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" y="2834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SDK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01752" y="307238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C# SDK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093976" y="2852928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529584" y="2852928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931920" y="2852928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425696" y="2926080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25696" y="292608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248656" y="292608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48656" y="292608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27064" y="2852928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8+ 지원 · Azure 통합 친화 · Microsoft 생태계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3246120"/>
            <a:ext cx="8641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752" y="3264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SDK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301752" y="3502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협력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093976" y="3282696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+ Google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529584" y="3282696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931920" y="3282696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425696" y="3355848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25696" y="335584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248656" y="335584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48656" y="33558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227064" y="3282696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협력 개발 · 경량 · 마이크로서비스 적합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56032" y="3675888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1752" y="36941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SDK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301752" y="39319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093976" y="3712464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529584" y="3712464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931920" y="3712464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2025.02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425696" y="3785616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25696" y="3785616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248656" y="378561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48656" y="378561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227064" y="3712464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macOS·iOS 앱 MCP 클라이언트 구현 · Apple 생태계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56032" y="4105656"/>
            <a:ext cx="8641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01752" y="41239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rmcp (Rust SDK)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01752" y="43616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093976" y="4142232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529584" y="4142232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3931920" y="4142232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425696" y="4215384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25696" y="421538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248656" y="421538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48656" y="421538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227064" y="4142232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고성능·메모리 안전 · 임베디드·엣지 서버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56032" y="4535424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01752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SDK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301752" y="479145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Ruby SDK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093976" y="4572000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3529584" y="457200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3931920" y="4572000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2025.04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25696" y="4645152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425696" y="464515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248656" y="464515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248656" y="464515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227064" y="4572000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통합 · 웹 백엔드 MCP 서버 구현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Python·TypeScript가 97M+ 다운로드의 대다수 차지 · 공식 SDK: Python·TS·Java·Kotlin·C#·Go·Ruby (7개 언어)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MCP 클라이언트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서버에 연결하여 도구를 호출하는 AI 앱·IDE·에이전트 — 300개+ 존재, 대표 10개 정리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38528" y="804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9125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93592" y="804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87368" y="804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02936" y="804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1344" y="804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4304" y="80467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097280"/>
            <a:ext cx="8641080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097280"/>
            <a:ext cx="36576" cy="3977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133856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56816" y="113385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9544" y="1133856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1133856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05656" y="1207008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5656" y="120700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 앱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21224" y="120700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21224" y="12070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99632" y="1207008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2070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022592" y="1133856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최초 클라이언트 · 로컬 stdio 서버 연결 기준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1513332"/>
            <a:ext cx="8641080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513332"/>
            <a:ext cx="36576" cy="3977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1549908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56816" y="1549908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Anysphere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9544" y="1549908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1880" y="1549908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05656" y="1623060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05656" y="162306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221224" y="162306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1224" y="162306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99632" y="1623060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162306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IDE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022592" y="1549908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IDE · 가장 많이 쓰는 MCP 클라이언트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1929384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1965960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(Copilot)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956816" y="1965960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09544" y="1965960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11880" y="1965960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05656" y="2039112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05656" y="203911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221224" y="203911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21224" y="203911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99632" y="2039112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20391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IDE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22592" y="1965960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에이전트 모드에서 MCP 지원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2345436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2382012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956816" y="238201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Codeium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9544" y="2382012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11880" y="2382012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105656" y="2455164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05656" y="24551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221224" y="245516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21224" y="245516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99632" y="2455164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9632" y="245516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IDE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022592" y="2382012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에이전트 · MCP 완전 지원 · Cursor 경쟁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6032" y="2761488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2798064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956816" y="2798064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 Industries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209544" y="2798064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611880" y="2798064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05656" y="2871216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05656" y="287121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221224" y="287121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21224" y="287121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199632" y="2871216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99632" y="2871216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IDE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022592" y="2798064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기반 고성능 · MCP 에이전트 지원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3177540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3214116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956816" y="321411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209544" y="3214116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611880" y="3214116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105656" y="3287268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05656" y="328726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확장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221224" y="328726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21224" y="32872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199632" y="3287268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99632" y="328726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에이전트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7022592" y="3214116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코딩 에이전트 · VS Code 플러그인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56032" y="3593592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630168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956816" y="3630168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Continue.dev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209544" y="3630168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3611880" y="3630168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105656" y="3703320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105656" y="370332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확장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221224" y="370332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21224" y="37033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199632" y="3703320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99632" y="370332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7022592" y="3630168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Code·JetBrains 지원 · 로컬 모델 + MCP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56032" y="4009644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1752" y="4046220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1956816" y="4046220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3209544" y="4046220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3611880" y="4046220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105656" y="4119372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105656" y="41193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챗봇/API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221224" y="411937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221224" y="41193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199632" y="4119372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199632" y="41193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022592" y="4046220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API·Agents SDK에서 MCP 공식 채택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256032" y="4425696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01752" y="4462272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1956816" y="446227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3209544" y="4462272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3611880" y="4462272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2025.04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105656" y="4535424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05656" y="453542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5221224" y="453542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221224" y="453542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199632" y="4535424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99632" y="453542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7022592" y="4462272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ADK에서 MCP 서버를 도구로 직접 통합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256032" y="4841748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01752" y="4878324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(웹)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1956816" y="4878324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3209544" y="4878324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3611880" y="4878324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2025.06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105656" y="4951476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105656" y="495147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5221224" y="495147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21224" y="495147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6199632" y="4951476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199632" y="4951476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7022592" y="4878324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MCP 서버 연결 · 브라우저에서 도구 호출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Claude Desktop·Cursor·Windsurf 3대 메인 클라이언트 · OpenAI·Google·Microsoft 모두 MCP 공식 채택 완료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MCP 서버 (대표)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도구·데이터를 AI에 연결해주는 서버 구현체 — 공식·기업·커뮤니티 (전체 1만개+ 존재)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84248" y="804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1985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22192" y="804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5968" y="804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94376" y="804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기능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097280"/>
            <a:ext cx="8641080" cy="345643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97280"/>
            <a:ext cx="36576" cy="345643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1124712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02536" y="1124712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38144" y="1124712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1124712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34256" y="117043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17043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12664" y="1124712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읽기·쓰기·검색 · 경로 접근제어 · 가장 기본 서버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1452067"/>
            <a:ext cx="8641080" cy="345643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1452067"/>
            <a:ext cx="36576" cy="345643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1479499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02536" y="1479499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GitHub(Microsoft)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38144" y="1479499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1479499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34256" y="1525219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1525219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12664" y="1479499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PR·이슈·코드 검색·리포지토리 관리 · GitHub API 전체 270개+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806854"/>
            <a:ext cx="8641080" cy="34564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1834286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MCP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02536" y="1834286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38144" y="1834286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1834286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34256" y="188000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34256" y="188000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12664" y="1834286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파일 읽기·검색 · Docs·Sheets·Slides 접근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2161642"/>
            <a:ext cx="8641080" cy="345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" y="2189074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02536" y="2189074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38144" y="2189074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2189074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34256" y="223479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4256" y="223479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12664" y="2189074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간 영구 기억 · 지식 그래프 · 엔티티·관계 저장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2516429"/>
            <a:ext cx="8641080" cy="34564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543861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MCP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02536" y="2543861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38144" y="2543861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2543861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34256" y="2589581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34256" y="2589581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312664" y="2543861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쿼리·스키마 탐색 · 자연어 DB 조작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2871216"/>
            <a:ext cx="8641080" cy="345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2898648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MCP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002536" y="2898648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438144" y="2898648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2898648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34256" y="294436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34256" y="29443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312664" y="2898648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결제·고객·구독 조회·생성 · Stripe API 엔드포인트 전체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3226003"/>
            <a:ext cx="8641080" cy="34564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" y="3253435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Search MCP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002536" y="3253435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Software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38144" y="3253435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840480" y="3253435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334256" y="3299155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34256" y="3299155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312664" y="3253435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웹·뉴스·이미지 검색 · 프라이버시 보호 검색 API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3580790"/>
            <a:ext cx="8641080" cy="345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752" y="3608222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MCP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002536" y="3608222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438144" y="3608222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🌐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840480" y="3608222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34256" y="365394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34256" y="365394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312664" y="3608222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채널·메시지 읽기/전송 · DM · Slack API 연동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56032" y="3935578"/>
            <a:ext cx="8641080" cy="34564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" y="3963010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MCP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002536" y="3963010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438144" y="3963010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840480" y="3963010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34256" y="400873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34256" y="400873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312664" y="3963010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Workers·KV·R2·D1 관리 · 원격 MCP 서버 호스팅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56032" y="4290365"/>
            <a:ext cx="8641080" cy="345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1752" y="4317797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Thinking MCP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002536" y="4317797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438144" y="4317797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3840480" y="4317797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334256" y="4363517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34256" y="4363517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5312664" y="4317797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사고 체인 · 복잡한 추론 지원 · CoT 강화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56032" y="4645152"/>
            <a:ext cx="8641080" cy="34564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1752" y="4672584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 Search MCP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2002536" y="4672584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 AI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438144" y="4672584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3840480" y="4672584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2025.01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334256" y="471830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34256" y="471830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312664" y="4672584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네이티브 의미 기반 웹 검색 · RAG와 결합 활용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56032" y="4999939"/>
            <a:ext cx="8641080" cy="345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" y="5027371"/>
            <a:ext cx="164592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MCP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02536" y="5027371"/>
            <a:ext cx="137160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3438144" y="5027371"/>
            <a:ext cx="347472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3840480" y="5027371"/>
            <a:ext cx="43891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334256" y="5073091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34256" y="5073091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5312664" y="5027371"/>
            <a:ext cx="351129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URL 콘텐츠 가져오기 · Markdown 변환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공식 레지스트리: registry.modelcontextprotocol.io · 커뮤니티 허브: Smithery · mcp.so · 2026년 기준 1만개+ 공개 서버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허브·레지스트리·보안·게이트웨이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서버를 발견하고 안전하게 배포·운영·인증하기 위한 도구 생태계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29968" y="8046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7413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76472" y="804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70248" y="8046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77256" y="804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55664" y="80467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8641080" cy="39776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97280"/>
            <a:ext cx="36576" cy="3977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33856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48256" y="1133856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Smithery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92424" y="1133856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133856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88536" y="1207008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88536" y="120700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마켓플레이스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95544" y="120700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12070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73952" y="1133856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 검색·설치·관리 · 가장 많이 쓰는 커뮤니티 허브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1513332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1549908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mcp.so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48256" y="1549908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92424" y="1549908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1549908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88536" y="1623060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88536" y="16230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95544" y="162306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162306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73952" y="1549908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MCP 서버 목록 · 검색·필터·평가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1929384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1965960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48256" y="1965960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92424" y="1965960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94760" y="1965960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88536" y="2039112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88536" y="203911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95544" y="203911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95544" y="203911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73952" y="1965960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 + AI 모델 통합 플랫폼 · 품질 검증 포함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2345436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2382012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mcp-proxy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48256" y="2382012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92424" y="2382012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794760" y="2382012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88536" y="2455164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88536" y="245516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495544" y="245516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5544" y="245516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73952" y="2382012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→ HTTP 변환 프록시 · 원격 MCP 배포 시 활용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2761488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2798064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(MCP)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48256" y="2798064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92424" y="2798064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794760" y="2798064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288536" y="2871216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88536" y="287121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 플랫폼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495544" y="287121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95544" y="287121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473952" y="2798064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MCP 서버를 엣지에 배포 · OAuth 내장 · 전 세계 PoP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6032" y="3177540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3214116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WorkOS MCP Auth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048256" y="3214116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392424" y="3214116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794760" y="3214116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2025.06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288536" y="3287268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88536" y="328726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솔루션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495544" y="3287268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95544" y="32872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473952" y="3214116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기반 MCP 서버 인증 · 엔터프라이즈 SSO 통합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56032" y="3593592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630168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Higress MCP Gateway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048256" y="3630168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392424" y="3630168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794760" y="3630168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288536" y="3703320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88536" y="37033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게이트웨이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5495544" y="3703320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95544" y="37033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473952" y="3630168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기반 MCP 서버 호스팅 · Wasm 플러그인 · 대규모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56032" y="4009644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1752" y="4046220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MCP Adapters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2048256" y="4046220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392424" y="4046220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3794760" y="4046220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2025.02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288536" y="4119372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88536" y="41193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라이브러리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495544" y="4119372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95544" y="41193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73952" y="4046220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LangChain에서 MCP 서버를 도구로 사용 · LangGraph 통합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56032" y="4425696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1752" y="4462272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MCP Tool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048256" y="4462272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392424" y="4462272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3794760" y="4462272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2025.02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288536" y="4535424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88536" y="453542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라이브러리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5495544" y="4535424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95544" y="453542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473952" y="4462272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LlamaHub를 통해 MCP 서버를 에이전트 도구로 통합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56032" y="4841748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1752" y="4878324"/>
            <a:ext cx="16916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FastAPI-to-MCP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2048256" y="4878324"/>
            <a:ext cx="12801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Tadata (커뮤니티)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3392424" y="4878324"/>
            <a:ext cx="34747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3794760" y="4878324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2025.04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288536" y="4951476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88536" y="495147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도구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495544" y="4951476"/>
            <a:ext cx="96012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95544" y="495147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473952" y="4878324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엔드포인트를 자동으로 MCP 서버로 변환 · 설정 불필요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보안 주의: 2025.04 프롬프트 인젝션·권한 남용·유사 도구 위장 취약점 발표 → 프로덕션 배포 시 OAuth 2.1 + 최소 권한 원칙 필수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구현 선택 가이드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68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구성요소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73936" y="768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입문·개인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13632" y="768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팀·스타트업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53328" y="768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430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프로토콜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92224" y="11430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공식 사양 (무료)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1430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OAuth 2.1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71616" y="114300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AAIF 표준 + 엔터프라이즈 보안 정책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8595360" cy="493776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6420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SDK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92224" y="16642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16642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또는 TypeScript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1616" y="1664208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(Spring) / C# (.NET) / 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21408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8541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클라이언트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92224" y="2185416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185416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또는 Windsurf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71616" y="2185416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Copilot + 자체 클라이언트 구축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42616"/>
            <a:ext cx="8595360" cy="493776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06624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서버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92224" y="2706624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· Fetch MCP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2706624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DB + 검색 MCP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71616" y="2706624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MCP 서버 개발 (SDK 사용)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63824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27832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허브·보안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92224" y="3227832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Smithery 서버 탐색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227832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mcp-proxy + LangChain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71616" y="322783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/ WorkOS Auth + 게이트웨이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85032"/>
            <a:ext cx="8595360" cy="493776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4904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언어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92224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0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 TypeScript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71616" y="374904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C# / Go (기존 스택 맞춤)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7024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방식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92224" y="427024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stdio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31920" y="427024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+ 원격 HTTP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71616" y="4270248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OAuth + Cloudflare / 자체 게이트웨이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69087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Agent 구성요소 및 솔루션 정리 — LangGraph · CrewAI · AutoGen · OpenAI Agents SDK 등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구성요소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완전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49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프로토콜·SDK·클라이언트·서버·허브 — 제조국·제조사·연도·공개 여부 포함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2816352"/>
            <a:ext cx="1627632" cy="877824"/>
          </a:xfrm>
          <a:prstGeom prst="rect">
            <a:avLst/>
          </a:prstGeom>
          <a:solidFill>
            <a:srgbClr val="1E1840"/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816352"/>
            <a:ext cx="1627632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3182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프로토콜·사양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34198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Spec·OAuth 2.1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2816352"/>
            <a:ext cx="1627632" cy="877824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2816352"/>
            <a:ext cx="1627632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3182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66544" y="34198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Python·TypeScript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0752" y="2816352"/>
            <a:ext cx="1627632" cy="877824"/>
          </a:xfrm>
          <a:prstGeom prst="rect">
            <a:avLst/>
          </a:prstGeom>
          <a:solidFill>
            <a:srgbClr val="0F2922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2816352"/>
            <a:ext cx="162763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03904" y="3182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클라이언트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03904" y="34198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Claude·Cursor·VS 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68112" y="2816352"/>
            <a:ext cx="1627632" cy="877824"/>
          </a:xfrm>
          <a:prstGeom prst="rect">
            <a:avLst/>
          </a:prstGeom>
          <a:solidFill>
            <a:srgbClr val="2D1B0E"/>
          </a:solidFill>
          <a:ln w="12700">
            <a:solidFill>
              <a:srgbClr val="EF9F27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68112" y="2816352"/>
            <a:ext cx="1627632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41264" y="3182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1264" y="34198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Filesystem·GitHub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05472" y="2816352"/>
            <a:ext cx="1627632" cy="877824"/>
          </a:xfrm>
          <a:prstGeom prst="rect">
            <a:avLst/>
          </a:prstGeom>
          <a:solidFill>
            <a:srgbClr val="2D0F0F"/>
          </a:solidFill>
          <a:ln w="12700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2816352"/>
            <a:ext cx="1627632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78624" y="3182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허브·레지스트리·보안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78624" y="341985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Smithery·Cloudflare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803904"/>
            <a:ext cx="8641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8221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USB-C for AI  ·  97M+ 월간 SDK 다운로드  ·  1만개+ 공개 서버  ·  300개+ 클라이언트  ·  2025.12 Linux Foundation 기증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5대 구성요소 — 전체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→ SDK로 개발 → 클라이언트가 서버 호출 → 허브에서 발견·관리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86384"/>
            <a:ext cx="86410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77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RAG·Agent와 다른 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MCP는 '올인원 플랫폼'이 아닌 연결 표준(프로토콜)입니다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RAG·Agent에서 ⓪는 "완성된 제품"이었지만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MCP는 인프라 규격이므로 ⓪가 없고 ①~⑤ 자체가 생태계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8778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실질적 진입점 (=⓪ 역할)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1155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MCP가 내장된 완성형 제품 = ③ 클라이언트가 그 역할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1316736"/>
            <a:ext cx="1444752" cy="18288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316736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59552" y="1316736"/>
            <a:ext cx="1444752" cy="18288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316736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95744" y="1316736"/>
            <a:ext cx="1444752" cy="18288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1316736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0" y="1536192"/>
            <a:ext cx="1444752" cy="18288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536192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59552" y="1536192"/>
            <a:ext cx="1444752" cy="18288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536192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95744" y="1536192"/>
            <a:ext cx="1444752" cy="18288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536192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1627632"/>
            <a:ext cx="4224528" cy="676656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627632"/>
            <a:ext cx="4224528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171907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1719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프로토콜·사양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1975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기반 표준 규격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" y="2157984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 · OAuth 2.1 · Streamable HTTP · MCP Apps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627632"/>
            <a:ext cx="4233672" cy="676656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627632"/>
            <a:ext cx="4233672" cy="45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1907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719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65776" y="171907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65776" y="1975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서버·클라이언트 직접 개발 도구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157984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TypeScript · Java · Kotlin · C# · Go · Swift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359152"/>
            <a:ext cx="8641080" cy="676656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2359152"/>
            <a:ext cx="864108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450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2450592"/>
            <a:ext cx="8165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클라이언트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" y="27066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서버에 연결하는 AI 앱·IDE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" y="2889504"/>
            <a:ext cx="8476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· Cursor · VS Code · ChatGPT · Gemini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3090672"/>
            <a:ext cx="4224528" cy="676656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3090672"/>
            <a:ext cx="4224528" cy="457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318211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1821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" y="3182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서버 (대표)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" y="3438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도구·데이터를 AI에 연결하는 서버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" y="3621024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· GitHub · Google Drive · PostgreSQL · Stripe · Slack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090672"/>
            <a:ext cx="4233672" cy="676656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090672"/>
            <a:ext cx="4233672" cy="457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18211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1821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65776" y="318211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허브·레지스트리·보안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65776" y="3438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발견·배포·인증 관리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54880" y="3621024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Smithery · mcp.so · Cloudflare Workers · WorkOS Auth · Higress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3840480"/>
            <a:ext cx="8641080" cy="1005840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상황별 시작 방법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쓰기 (코드 없음):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231136" y="4187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설치 → Smithery에서 서버 선택 → 연결 완료 (15분)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65760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직접 개발: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231136" y="4389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또는 TypeScript SDK → MCP 서버 구현 → Claude Desktop에 등록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65760" y="4590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배포: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231136" y="459028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Workers로 원격 서버 배포 + WorkOS OAuth 인증 + Higress 게이트웨이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구성요소 &amp; 솔루션 완전 정리</dc:title>
  <dc:subject>PptxGenJS Presentation</dc:subject>
  <dc:creator>PptxGenJS</dc:creator>
  <cp:lastModifiedBy>PptxGenJS</cp:lastModifiedBy>
  <cp:revision>1</cp:revision>
  <dcterms:created xsi:type="dcterms:W3CDTF">2026-05-15T03:13:15Z</dcterms:created>
  <dcterms:modified xsi:type="dcterms:W3CDTF">2026-05-15T03:13:15Z</dcterms:modified>
</cp:coreProperties>
</file>