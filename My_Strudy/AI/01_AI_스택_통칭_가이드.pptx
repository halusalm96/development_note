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구성요소 통칭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Stack · AI System · Compound AI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엔진 · 모델 · RAG · MCP · Agent … 이걸 뭐라고 부를까?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09728" cy="109728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3657600"/>
            <a:ext cx="109728" cy="109728"/>
          </a:xfrm>
          <a:prstGeom prst="ellipse">
            <a:avLst/>
          </a:prstGeom>
          <a:solidFill>
            <a:srgbClr val="6B5CE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365760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6576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3657600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오케스트레이션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7764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파운데이션 모델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2356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엔진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6948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스택의 5개 레이어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31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Stack — 각 구성요소가 어느 층에 속하는지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41080" cy="585216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51560"/>
            <a:ext cx="54864" cy="585216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Application /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· 챗봇 · 자동화 워크플로우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179576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009688">
              <a:alpha val="15000"/>
            </a:srgbClr>
          </a:solidFill>
          <a:ln w="12700">
            <a:solidFill>
              <a:srgbClr val="00968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1795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보는 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709928"/>
            <a:ext cx="8641080" cy="585216"/>
          </a:xfrm>
          <a:prstGeom prst="rect">
            <a:avLst/>
          </a:prstGeom>
          <a:solidFill>
            <a:srgbClr val="EDE9FF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709928"/>
            <a:ext cx="54864" cy="585216"/>
          </a:xfrm>
          <a:prstGeom prst="rect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755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Orchestration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201168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LlamaIndex · MCP · Tool 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837944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6B5CE7">
              <a:alpha val="15000"/>
            </a:srgbClr>
          </a:solidFill>
          <a:ln w="12700">
            <a:solidFill>
              <a:srgbClr val="6B5CE7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8379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MCP가 여기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368296"/>
            <a:ext cx="8641080" cy="585216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368296"/>
            <a:ext cx="54864" cy="5852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4140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26700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· Claude · Gemini · LLaMA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2496312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4963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파운데이션 모델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026664"/>
            <a:ext cx="8641080" cy="58521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026664"/>
            <a:ext cx="54864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072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Inference Engine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332841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· TensorRT · ONNX · Ollama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3154680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154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엔진이 여기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685032"/>
            <a:ext cx="864108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685032"/>
            <a:ext cx="54864" cy="5852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730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 Infrastructure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" y="39867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· TPU · AWS · Azure · GCP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3813048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64748B">
              <a:alpha val="15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8130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· 클라우드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뭐라고 부를까?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31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상황에 따라 쓰는 통칭 표현 4가지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41080" cy="86868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24712"/>
            <a:ext cx="1463040" cy="228600"/>
          </a:xfrm>
          <a:prstGeom prst="roundRect">
            <a:avLst>
              <a:gd name="adj" fmla="val 28000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247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· IT 업계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10881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" y="1399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널리 쓰이는 표현. 웹 스택(Frontend·Backend·DB)처럼 AI를 구성하는 레이어 전체를 '스택'으로 묶어 부릅니다.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6916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시점: 개발자 간 대화, 기술 문서, GitHub README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011680"/>
            <a:ext cx="8641080" cy="868680"/>
          </a:xfrm>
          <a:prstGeom prst="rect">
            <a:avLst/>
          </a:prstGeom>
          <a:solidFill>
            <a:srgbClr val="EDE9FF"/>
          </a:solidFill>
          <a:ln w="12700">
            <a:solidFill>
              <a:srgbClr val="6B5CE7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84832"/>
            <a:ext cx="1463040" cy="228600"/>
          </a:xfrm>
          <a:prstGeom prst="roundRect">
            <a:avLst>
              <a:gd name="adj" fmla="val 28000"/>
            </a:avLst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848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· 학술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20482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AI System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" y="23591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 UC 버클리 BAIR 연구소가 정의. 단일 모델이 아닌 모델+RAG+Tool+Agent 등 다중 컴포넌트가 조합된 시스템을 지칭합니다.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651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시점: 논문, 연구 발표, 아키텍처 설계 문서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971800"/>
            <a:ext cx="864108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44952"/>
            <a:ext cx="1463040" cy="2286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449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· 경영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0083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Platform / AI Infrastructure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7472" y="33192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경영진이나 비기술 청중에게 설명할 때 쓰는 표현. 투자·도입 맥락에서 AI 전체 기술 기반을 통칭합니다.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3611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시점: 경영진 보고, 제안서, RFP 문서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931920"/>
            <a:ext cx="864108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005072"/>
            <a:ext cx="1463040" cy="228600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050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· 대중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74520" y="39684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Ecosystem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7472" y="42793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배경 없는 청중에게 설명할 때 적합. 생태계라는 비유로 다양한 구성요소가 유기적으로 연결됨을 표현합니다.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시점: 일반 설명, 미디어, 정책 문서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한눈에 보는 정리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solidFill>
            <a:srgbClr val="2B3990"/>
          </a:solidFill>
          <a:ln w="12700">
            <a:solidFill>
              <a:srgbClr val="2B39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822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표현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0" y="8229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구성요소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23294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71016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대화·기술 문서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271016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271016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엔진·모델·RAG·MCP·에이전트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8229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9384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연구·논문·아키텍처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929384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AI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929384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Multi-component AI 시스템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51176"/>
            <a:ext cx="8229600" cy="594360"/>
          </a:xfrm>
          <a:prstGeom prst="rect">
            <a:avLst/>
          </a:prstGeom>
          <a:solidFill>
            <a:srgbClr val="232946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87752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경영진 보고·제안서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587752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Platform / 인프라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2587752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전체 기술 기반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8229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설명·미디어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246120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Ecosystem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3246120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생태계 전반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2B3990">
              <a:alpha val="40000"/>
            </a:srgbClr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4348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공식 표준어는 없음. 청중과 맥락에 따라 골라 쓰는 게 자연스럽습니다.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스택 — 구성 요소와 통칭</dc:title>
  <dc:subject>PptxGenJS Presentation</dc:subject>
  <dc:creator>PptxGenJS</dc:creator>
  <cp:lastModifiedBy>PptxGenJS</cp:lastModifiedBy>
  <cp:revision>1</cp:revision>
  <dcterms:created xsi:type="dcterms:W3CDTF">2026-05-15T01:37:17Z</dcterms:created>
  <dcterms:modified xsi:type="dcterms:W3CDTF">2026-05-15T01:37:17Z</dcterms:modified>
</cp:coreProperties>
</file>